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B7398A-89B8-E189-0EB9-B530EF6825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20000" y="136525"/>
            <a:ext cx="1255059" cy="12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Paper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 Name(s)</a:t>
            </a:r>
          </a:p>
          <a:p>
            <a:r>
              <a:t>Affiliation</a:t>
            </a:r>
          </a:p>
          <a:p>
            <a:r>
              <a:t>ISSF-2026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ISSF-2026 | International Conference |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dirty="0"/>
              <a:t>1. Introduction / Problem Statement </a:t>
            </a:r>
            <a:br>
              <a:rPr lang="en-IN" dirty="0"/>
            </a:br>
            <a:r>
              <a:rPr dirty="0"/>
              <a:t>(1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Background</a:t>
            </a:r>
          </a:p>
          <a:p>
            <a:pPr lvl="1">
              <a:defRPr sz="1800"/>
            </a:pPr>
            <a:r>
              <a:rPr dirty="0"/>
              <a:t>Problem Definition</a:t>
            </a:r>
          </a:p>
          <a:p>
            <a:pPr lvl="1">
              <a:defRPr sz="1800"/>
            </a:pPr>
            <a:r>
              <a:rPr dirty="0"/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ISSF-2026 | International Conference | Presentation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2. Objectives (1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 Objective</a:t>
            </a:r>
          </a:p>
          <a:p>
            <a:pPr lvl="1">
              <a:defRPr sz="1800"/>
            </a:pPr>
            <a:r>
              <a:t>Specific Goals</a:t>
            </a:r>
          </a:p>
          <a:p>
            <a:pPr lvl="1">
              <a:defRPr sz="1800"/>
            </a:pPr>
            <a:r>
              <a:t>Expected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ISSF-2026 | International Conference | Presentation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3. Methodology (2 mins)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System Overview</a:t>
            </a:r>
          </a:p>
          <a:p>
            <a:pPr lvl="1">
              <a:defRPr sz="1800"/>
            </a:pPr>
            <a:r>
              <a:t>Tools/Techniques</a:t>
            </a:r>
          </a:p>
          <a:p>
            <a:pPr lvl="1">
              <a:defRPr sz="1800"/>
            </a:pPr>
            <a: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ISSF-2026 | International Conference | Presentation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4. Results &amp; Discussion (2 mins)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Key Findings</a:t>
            </a:r>
          </a:p>
          <a:p>
            <a:pPr lvl="1">
              <a:defRPr sz="1800"/>
            </a:pPr>
            <a:r>
              <a:t>Graphs / Tables</a:t>
            </a:r>
          </a:p>
          <a:p>
            <a:pPr lvl="1">
              <a:defRPr sz="1800"/>
            </a:pPr>
            <a:r>
              <a:t>Comparative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36544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ISSF-2026 | International Conference | Presentation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5. Conclusion &amp; Future Scope (1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Major Contribution</a:t>
            </a:r>
          </a:p>
          <a:p>
            <a:pPr lvl="1">
              <a:defRPr sz="1800"/>
            </a:pPr>
            <a:r>
              <a:t>Impact</a:t>
            </a:r>
          </a:p>
          <a:p>
            <a:pPr lvl="1">
              <a:defRPr sz="1800"/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36544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ISSF-2026 | International Conference | Presentation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Thank the Organizers</a:t>
            </a:r>
          </a:p>
          <a:p>
            <a:pPr lvl="1">
              <a:defRPr sz="1800"/>
            </a:pPr>
            <a:r>
              <a:t>Contact Details (Optional)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ISSF-2026 | International Conference | Presentation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Paper Title Here</vt:lpstr>
      <vt:lpstr>1. Introduction / Problem Statement  (1 min)</vt:lpstr>
      <vt:lpstr>2. Objectives (1 min)</vt:lpstr>
      <vt:lpstr>3. Methodology (2 mins)</vt:lpstr>
      <vt:lpstr>4. Results &amp; Discussion (2 mins)</vt:lpstr>
      <vt:lpstr>5. Conclusion &amp; Future Scope (1 min)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Vijayabhaskar</dc:creator>
  <cp:keywords/>
  <dc:description>generated using python-pptx</dc:description>
  <cp:lastModifiedBy>Vijayabhaskar S</cp:lastModifiedBy>
  <cp:revision>3</cp:revision>
  <dcterms:created xsi:type="dcterms:W3CDTF">2013-01-27T09:14:16Z</dcterms:created>
  <dcterms:modified xsi:type="dcterms:W3CDTF">2026-03-10T10:30:22Z</dcterms:modified>
  <cp:category/>
</cp:coreProperties>
</file>